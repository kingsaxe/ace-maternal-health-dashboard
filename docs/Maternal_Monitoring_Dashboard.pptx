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Dataset and environment details are based on the user-provided Snowflake Marketplace listing and Snowflake query outputs shared in the interview prep session.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Problem framing reflects the role’s emphasis on data validation/cleaning, dashboarding, and decision support as provided in the job description shared by the user.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Database names, table/view names, and row count context are from the user’s Snowflake screenshots and SQL outputs shared in the session.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The raw→curated→BI approach is based on the user’s Snowflake read-only constraint and the workflow built during the session.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Dashboard KPIs and fields reflect the MVP built in Power BI during the session using the curated view and the remaining useful columns.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825" cy="1097915"/>
          </a:xfrm>
          <a:prstGeom prst="rect">
            <a:avLst/>
          </a:prstGeom>
          <a:solidFill>
            <a:schemeClr val="bg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4300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Maternal Care Monitoring Dashboard</a:t>
            </a:r>
            <a:endParaRPr lang="en-US" sz="36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(Marketplace) → curated SQL view → Power BI (DAX + interactive reporting)</a:t>
            </a:r>
            <a:endParaRPr lang="en-US" sz="1800" dirty="0"/>
          </a:p>
        </p:txBody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777240" y="286207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care project</a:t>
            </a:r>
            <a:endParaRPr lang="en-US" sz="1300" dirty="0"/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3977640" y="2788920"/>
            <a:ext cx="3840480" cy="384048"/>
          </a:xfrm>
          <a:prstGeom prst="roundRect">
            <a:avLst/>
          </a:prstGeom>
          <a:solidFill>
            <a:srgbClr val="E8F5F3"/>
          </a:solidFill>
          <a:ln w="12700">
            <a:solidFill>
              <a:srgbClr val="9BD5CD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114800" y="286207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monitoring + equity lens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Deliverable: one-page interactive dashboard + documented SQL pipeline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decision focus</a:t>
            </a:r>
            <a:endParaRPr lang="en-US" sz="2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0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>
            <a:scene3d>
              <a:camera prst="orthographicFront"/>
              <a:lightRig rig="threePt" dir="t"/>
            </a:scene3d>
          </a:bodyPr>
          <a:p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10424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information is often locked inside unstructured notes, making it hard to monitor service mix, demographic coverage, and documentation completeness.</a:t>
            </a:r>
            <a:endParaRPr lang="en-US" sz="1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this dashboard enables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5486400" cy="201168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visibility into volume by document type and care setting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Equity lens via age bands (who is represented vs missing)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quality KPI: missing age rate as a blocker for fair reporting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56032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questions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880360"/>
            <a:ext cx="5120640" cy="201168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types of maternal care interactions dominate this sample?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care settings (inpatient/outpatient/ER) are most represented?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complete is demographic capture (age) for equity analysis?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source &amp; structure</a:t>
            </a:r>
            <a:endParaRPr lang="en-US" sz="2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5669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669280" cy="146177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521208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Snowflake Marketplace sample dataset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“Comprehensive Obstetrics &amp; Gynecology Medical Records” (anonymized)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 database: OBG_DB (read-only)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Curated view: ANALYTICS_DB.OBG.VW_OBGYN_EXTRACTED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14300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Fields used in Power BI (MVP)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5120640" cy="123444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12280" y="1783080"/>
            <a:ext cx="4480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FILEID, DOCUMENTTYPE, REPORTTYPE, PATIENTCLASS, WORDCOUNT, Age, Age Band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 curated view?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10972800" cy="164592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Marketplace databases are read-only → create analytics objects in a separate DB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Standardizes fields (types, null handling) for stable Power BI refresh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clear raw → curated → BI pattern that scales to larger projects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23875"/>
          </a:xfrm>
          <a:prstGeom prst="rect">
            <a:avLst/>
          </a:prstGeom>
          <a:noFill/>
        </p:spPr>
        <p:txBody>
          <a:bodyPr wrap="square" rtlCol="0" anchor="ctr">
            <a:scene3d>
              <a:camera prst="orthographicFront"/>
              <a:lightRig rig="threePt" dir="t"/>
            </a:scene3d>
          </a:bodyPr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(Snowflake → Power BI)</a:t>
            </a:r>
            <a:endParaRPr lang="en-US" sz="2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165733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508760"/>
            <a:ext cx="3462655" cy="1194435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68680" y="1618488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source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68680" y="1920240"/>
            <a:ext cx="2971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OBG_DB.PUBLIC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OBSTETRICS_AND_GYNECOLOGY_DATASET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(read-only shared)</a:t>
            </a:r>
            <a:endParaRPr lang="en-US" sz="125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480560" y="1508760"/>
            <a:ext cx="3439160" cy="1209675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709160" y="1618488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Curated layer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709160" y="1920240"/>
            <a:ext cx="2971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ANALYTICS_DB.OBG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VW_OBGYN_EXTRACTED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(view with cleaned fields)</a:t>
            </a:r>
            <a:endParaRPr lang="en-US" sz="125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8321040" y="1508760"/>
            <a:ext cx="3449320" cy="11887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8549640" y="1618488"/>
            <a:ext cx="2971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 model</a:t>
            </a:r>
            <a:endParaRPr lang="en-US" sz="15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8549640" y="1920240"/>
            <a:ext cx="297180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Import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Query (light)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measures + visuals</a:t>
            </a:r>
            <a:endParaRPr lang="en-US" sz="125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114800" y="1828800"/>
            <a:ext cx="320040" cy="320040"/>
          </a:xfrm>
          <a:prstGeom prst="rightArrow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7955280" y="1828800"/>
            <a:ext cx="320040" cy="320040"/>
          </a:xfrm>
          <a:prstGeom prst="rightArrow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7180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QA checks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291840"/>
            <a:ext cx="10972800" cy="146304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counts and distribution checks (DOCUMENTTYPE, PATIENTCLASS)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Missingness checks (null text fields, missing Age extraction)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Documented SQL scripts + README for reproducibility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(MVP) — what it shows</a:t>
            </a:r>
            <a:endParaRPr lang="en-US" sz="2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filters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303520" cy="100584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Band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 Type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Class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2240" y="114300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KPIs (DAX)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5120640" cy="100584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Documents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Wordcount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Missing 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320" y="2651760"/>
            <a:ext cx="11084560" cy="350139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34640"/>
            <a:ext cx="1042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visuals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0424160" cy="128016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by Document Type (mix of clinical note categories)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by Patient Class (inpatient/outpatient/ambulatory/ER)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Detail table for quick inspection (FILEID, types, age, wordcount)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617720"/>
            <a:ext cx="10424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it’s used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10424160" cy="82296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Click-to-filter and slicers allow fast exploration of subgroups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 missing rate highlights where equity reporting is constrained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is ready to extend with outcomes once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 (if expanded beyond the sample)</a:t>
            </a:r>
            <a:endParaRPr lang="en-US" sz="2400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109728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72800" cy="4754880"/>
          </a:xfrm>
          <a:prstGeom prst="rect">
            <a:avLst/>
          </a:prstGeom>
          <a:noFill/>
        </p:spPr>
        <p:txBody>
          <a:bodyPr wrap="square" lIns="762" tIns="762" rIns="762" bIns="762" rtlCol="0" anchor="t"/>
          <a:lstStyle/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text extraction: capture additional age formats (e.g., “y/o”, “Age: 34”) and date fields to enable time trends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outcomes: map note content to standardized complication/outcome categories (rules + NLP) and validate with QA samples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drill-through: bring raw DICTATIONNOTE into a detail page filtered by FILEID for auditability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Governance: document definitions, build refresh schedule, and add a data dictionary + user guide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806440"/>
            <a:ext cx="10972800" cy="548640"/>
          </a:xfrm>
          <a:prstGeom prst="roundRect">
            <a:avLst/>
          </a:prstGeom>
          <a:solidFill>
            <a:schemeClr val="bg2"/>
          </a:solidFill>
          <a:ln w="12700">
            <a:solidFill>
              <a:srgbClr val="9BD5CD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934456"/>
            <a:ext cx="10424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takeaway: start with a stable monitoring layer, then extend to outcomes as data becomes available.</a:t>
            </a:r>
            <a:endParaRPr lang="en-US" sz="14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.24000000000001,&quot;left&quot;:50.4,&quot;top&quot;:219.6,&quot;width&quot;:565.2}"/>
</p:tagLst>
</file>

<file path=ppt/tags/tag2.xml><?xml version="1.0" encoding="utf-8"?>
<p:tagLst xmlns:p="http://schemas.openxmlformats.org/presentationml/2006/main">
  <p:tag name="KSO_WM_DIAGRAM_VIRTUALLY_FRAME" val="{&quot;height&quot;:30.24000000000001,&quot;left&quot;:50.4,&quot;top&quot;:219.6,&quot;width&quot;:565.2}"/>
</p:tagLst>
</file>

<file path=ppt/tags/tag3.xml><?xml version="1.0" encoding="utf-8"?>
<p:tagLst xmlns:p="http://schemas.openxmlformats.org/presentationml/2006/main">
  <p:tag name="KSO_WM_DIAGRAM_VIRTUALLY_FRAME" val="{&quot;height&quot;:30.24000000000001,&quot;left&quot;:50.4,&quot;top&quot;:219.6,&quot;width&quot;:565.2}"/>
</p:tagLst>
</file>

<file path=ppt/tags/tag4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5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6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7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8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9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10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11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12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13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ags/tag14.xml><?xml version="1.0" encoding="utf-8"?>
<p:tagLst xmlns:p="http://schemas.openxmlformats.org/presentationml/2006/main">
  <p:tag name="KSO_WM_DIAGRAM_VIRTUALLY_FRAME" val="{&quot;height&quot;:96.25,&quot;left&quot;:50.4,&quot;top&quot;:118.8,&quot;width&quot;:87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2938</Words>
  <Application>WPS Presentation</Application>
  <PresentationFormat>On-screen Show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Candidate Project Deck</dc:creator>
  <dc:subject>PptxGenJS Presentation</dc:subject>
  <cp:lastModifiedBy>pc</cp:lastModifiedBy>
  <cp:revision>2</cp:revision>
  <dcterms:created xsi:type="dcterms:W3CDTF">2026-02-13T14:46:00Z</dcterms:created>
  <dcterms:modified xsi:type="dcterms:W3CDTF">2026-02-13T17:25:33Z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2AD5F911A0E742789D7EF1957FB350BF_13</vt:lpwstr>
  </property>
  <property fmtid="{D5CDD505-2E9C-101B-9397-08002B2CF9AE}" pid="3" name="KSOProductBuildVer">
    <vt:lpwstr>1033-12.2.0.23196</vt:lpwstr>
  </property>
</Properties>
</file>